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Lorem ipsum dolor sit amet, consectetuer adipiscing elit. Maecenas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/>
            <a:t>Nunc </a:t>
          </a:r>
          <a:r>
            <a:rPr lang="en-US" err="1"/>
            <a:t>viverra</a:t>
          </a:r>
          <a:r>
            <a:rPr lang="en-US"/>
            <a:t> </a:t>
          </a:r>
          <a:r>
            <a:rPr lang="en-US" err="1"/>
            <a:t>imperdiet</a:t>
          </a:r>
          <a:r>
            <a:rPr lang="en-US"/>
            <a:t> </a:t>
          </a:r>
          <a:r>
            <a:rPr lang="en-US" err="1"/>
            <a:t>enim</a:t>
          </a:r>
          <a:r>
            <a:rPr lang="en-US"/>
            <a:t>. </a:t>
          </a:r>
          <a:r>
            <a:rPr lang="en-US" err="1"/>
            <a:t>Fusce</a:t>
          </a:r>
          <a:r>
            <a:rPr lang="en-US"/>
            <a:t> est. </a:t>
          </a:r>
          <a:r>
            <a:rPr lang="en-US" err="1"/>
            <a:t>Vivamus</a:t>
          </a:r>
          <a:r>
            <a:rPr lang="en-US"/>
            <a:t> a </a:t>
          </a:r>
          <a:r>
            <a:rPr lang="en-US" err="1"/>
            <a:t>tellus</a:t>
          </a:r>
          <a:r>
            <a:rPr lang="en-US"/>
            <a:t>.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err="1"/>
            <a:t>Pellentesque</a:t>
          </a:r>
          <a:r>
            <a:rPr lang="en-US"/>
            <a:t> habitant </a:t>
          </a:r>
          <a:r>
            <a:rPr lang="en-US" err="1"/>
            <a:t>morbi</a:t>
          </a:r>
          <a:r>
            <a:rPr lang="en-US"/>
            <a:t> </a:t>
          </a:r>
          <a:r>
            <a:rPr lang="en-US" err="1"/>
            <a:t>tristique</a:t>
          </a:r>
          <a:r>
            <a:rPr lang="en-US"/>
            <a:t> </a:t>
          </a:r>
          <a:r>
            <a:rPr lang="en-US" err="1"/>
            <a:t>senectus</a:t>
          </a:r>
          <a:r>
            <a:rPr lang="en-US"/>
            <a:t> et </a:t>
          </a:r>
          <a:r>
            <a:rPr lang="en-US" err="1"/>
            <a:t>netus</a:t>
          </a:r>
          <a:r>
            <a:rPr lang="en-US"/>
            <a:t> et </a:t>
          </a:r>
          <a:r>
            <a:rPr lang="en-US" err="1"/>
            <a:t>malesuada</a:t>
          </a:r>
          <a:r>
            <a:rPr lang="en-US"/>
            <a:t> fames.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Lorem ipsum dolor sit amet, consectetuer adipiscing elit. Maecenas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Nunc </a:t>
          </a:r>
          <a:r>
            <a:rPr lang="en-US" sz="2100" kern="1200" err="1"/>
            <a:t>viverra</a:t>
          </a:r>
          <a:r>
            <a:rPr lang="en-US" sz="2100" kern="1200"/>
            <a:t> </a:t>
          </a:r>
          <a:r>
            <a:rPr lang="en-US" sz="2100" kern="1200" err="1"/>
            <a:t>imperdiet</a:t>
          </a:r>
          <a:r>
            <a:rPr lang="en-US" sz="2100" kern="1200"/>
            <a:t> </a:t>
          </a:r>
          <a:r>
            <a:rPr lang="en-US" sz="2100" kern="1200" err="1"/>
            <a:t>enim</a:t>
          </a:r>
          <a:r>
            <a:rPr lang="en-US" sz="2100" kern="1200"/>
            <a:t>. </a:t>
          </a:r>
          <a:r>
            <a:rPr lang="en-US" sz="2100" kern="1200" err="1"/>
            <a:t>Fusce</a:t>
          </a:r>
          <a:r>
            <a:rPr lang="en-US" sz="2100" kern="1200"/>
            <a:t> est. </a:t>
          </a:r>
          <a:r>
            <a:rPr lang="en-US" sz="2100" kern="1200" err="1"/>
            <a:t>Vivamus</a:t>
          </a:r>
          <a:r>
            <a:rPr lang="en-US" sz="2100" kern="1200"/>
            <a:t> a </a:t>
          </a:r>
          <a:r>
            <a:rPr lang="en-US" sz="2100" kern="1200" err="1"/>
            <a:t>tellus</a:t>
          </a:r>
          <a:r>
            <a:rPr lang="en-US" sz="2100" kern="1200"/>
            <a:t>.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err="1"/>
            <a:t>Pellentesque</a:t>
          </a:r>
          <a:r>
            <a:rPr lang="en-US" sz="2100" kern="1200"/>
            <a:t> habitant </a:t>
          </a:r>
          <a:r>
            <a:rPr lang="en-US" sz="2100" kern="1200" err="1"/>
            <a:t>morbi</a:t>
          </a:r>
          <a:r>
            <a:rPr lang="en-US" sz="2100" kern="1200"/>
            <a:t> </a:t>
          </a:r>
          <a:r>
            <a:rPr lang="en-US" sz="2100" kern="1200" err="1"/>
            <a:t>tristique</a:t>
          </a:r>
          <a:r>
            <a:rPr lang="en-US" sz="2100" kern="1200"/>
            <a:t> </a:t>
          </a:r>
          <a:r>
            <a:rPr lang="en-US" sz="2100" kern="1200" err="1"/>
            <a:t>senectus</a:t>
          </a:r>
          <a:r>
            <a:rPr lang="en-US" sz="2100" kern="1200"/>
            <a:t> et </a:t>
          </a:r>
          <a:r>
            <a:rPr lang="en-US" sz="2100" kern="1200" err="1"/>
            <a:t>netus</a:t>
          </a:r>
          <a:r>
            <a:rPr lang="en-US" sz="2100" kern="1200"/>
            <a:t> et </a:t>
          </a:r>
          <a:r>
            <a:rPr lang="en-US" sz="2100" kern="1200" err="1"/>
            <a:t>malesuada</a:t>
          </a:r>
          <a:r>
            <a:rPr lang="en-US" sz="2100" kern="1200"/>
            <a:t> fames.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Title Lorem Ipsum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{3E79F232-1BE0-4DBE-84AB-C5142F7CB0C8}TFe887d8cf-77a9-48cd-9a74-d8d08097a61c3993dec7_win32-329aa78f548b</Template>
  <TotalTime>0</TotalTime>
  <Words>46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Goudy Old Style</vt:lpstr>
      <vt:lpstr>Wingdings 2</vt:lpstr>
      <vt:lpstr>SlateVTI</vt:lpstr>
      <vt:lpstr>Title Lorem Ipsum</vt:lpstr>
      <vt:lpstr>Title Lorem Ipsum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Kameni Blessing</dc:creator>
  <cp:lastModifiedBy>Kameni Blessing</cp:lastModifiedBy>
  <cp:revision>1</cp:revision>
  <dcterms:created xsi:type="dcterms:W3CDTF">2025-08-06T18:31:08Z</dcterms:created>
  <dcterms:modified xsi:type="dcterms:W3CDTF">2025-08-06T18:31:41Z</dcterms:modified>
</cp:coreProperties>
</file>